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9" r:id="rId10"/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Relationship Id="rId10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1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tests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APIs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Tests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update dependent layers, then land all or part of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rebase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1688902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STACKED PRS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2501" y="1955602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226594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82501" y="4559350"/>
            <a:ext cx="25565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→ high-level idea → workflow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298</Words>
  <Application>Microsoft Macintosh PowerPoint</Application>
  <PresentationFormat>On-screen Show (16:9)</PresentationFormat>
  <Paragraphs>57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Courier New</vt:lpstr>
      <vt:lpstr>Office Theme</vt:lpstr>
      <vt:lpstr>Getting Started with GitHub Stacked PRs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7</cp:revision>
  <dcterms:created xsi:type="dcterms:W3CDTF">2026-07-30T16:46:04Z</dcterms:created>
  <dcterms:modified xsi:type="dcterms:W3CDTF">2026-07-30T18:31:24Z</dcterms:modified>
</cp:coreProperties>
</file>