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this inside a clean repository with an authenticated GitHub CLI and a configured remote.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75144" y="1532432"/>
            <a:ext cx="1605618" cy="18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stacked-prs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model 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package.json + API files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Later, after approval: update or land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564</Words>
  <Application>Microsoft Macintosh PowerPoint</Application>
  <PresentationFormat>On-screen Show (16:9)</PresentationFormat>
  <Paragraphs>91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11</cp:revision>
  <dcterms:created xsi:type="dcterms:W3CDTF">2026-07-30T16:46:04Z</dcterms:created>
  <dcterms:modified xsi:type="dcterms:W3CDTF">2026-07-30T19:36:00Z</dcterms:modified>
</cp:coreProperties>
</file>