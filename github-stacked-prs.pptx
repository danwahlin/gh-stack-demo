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82501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2501" y="2031057"/>
            <a:ext cx="3925788" cy="0"/>
          </a:xfrm>
          <a:prstGeom prst="line">
            <a:avLst/>
          </a:prstGeom>
          <a:noFill/>
          <a:ln w="762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76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2501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2026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5452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5452" y="2970609"/>
            <a:ext cx="3447484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arrives at once. Reviewers must untangle the model, validation, and tests together.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5452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46609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7916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29074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2038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636889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36889" y="2031057"/>
            <a:ext cx="3925788" cy="0"/>
          </a:xfrm>
          <a:prstGeom prst="line">
            <a:avLst/>
          </a:prstGeom>
          <a:noFill/>
          <a:ln w="76200">
            <a:solidFill>
              <a:srgbClr val="D299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3152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889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4641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9840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3B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09840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serial PRs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09840" y="2970609"/>
            <a:ext cx="3447484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diffs are focused, but dependent work waits for every previous PR to merge.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0984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00998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92304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83462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674769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0711" y="4786908"/>
            <a:ext cx="83425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PR: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slow review • </a:t>
            </a:r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PRs: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stop-and-wait development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83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change into reviewable layers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82501" y="1043434"/>
            <a:ext cx="83425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2000"/>
              </a:spcAft>
              <a:buNone/>
            </a:pPr>
            <a:r>
              <a:rPr lang="en-US" sz="15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stays connected, but each pull request becomes smaller and easier to understand.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82501" y="2009180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365772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625923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feature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343424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2937867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166443" y="1989981"/>
            <a:ext cx="1745307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166443" y="1999506"/>
            <a:ext cx="1745307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02226" y="1989981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6443" y="2590056"/>
            <a:ext cx="1745307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4543" y="1989981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694" y="2190006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89066" y="2218581"/>
            <a:ext cx="3453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64930" y="2675781"/>
            <a:ext cx="2148185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964930" y="2685306"/>
            <a:ext cx="2148185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03590" y="2675781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64930" y="3275856"/>
            <a:ext cx="2148185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3030" y="2675781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180" y="2875806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99174" y="2904381"/>
            <a:ext cx="6424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63566" y="3361581"/>
            <a:ext cx="2550914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763566" y="3371106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4955" y="3361581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63566" y="3961656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01666" y="3361581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4816" y="3561606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5063" y="3590181"/>
            <a:ext cx="3930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96444" y="4072682"/>
            <a:ext cx="2685306" cy="317450"/>
          </a:xfrm>
          <a:prstGeom prst="rect">
            <a:avLst/>
          </a:prstGeom>
          <a:solidFill>
            <a:srgbClr val="11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696444" y="4091732"/>
            <a:ext cx="2685306" cy="0"/>
          </a:xfrm>
          <a:prstGeom prst="line">
            <a:avLst/>
          </a:prstGeom>
          <a:noFill/>
          <a:ln w="381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76800" y="4178945"/>
            <a:ext cx="3309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9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35651" y="1749177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59463" y="1749177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22877" y="1876127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reviews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22877" y="2114252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exposes only its focused change.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35651" y="2670125"/>
            <a:ext cx="2025848" cy="963960"/>
          </a:xfrm>
          <a:prstGeom prst="roundRect">
            <a:avLst>
              <a:gd name="adj" fmla="val 7905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659463" y="2670125"/>
            <a:ext cx="0" cy="963960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22877" y="2797076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progress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22877" y="3035201"/>
            <a:ext cx="1733002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Dependent work can continue before lower layers merge.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35651" y="3748385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659463" y="3748385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22877" y="3875336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context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22877" y="4113461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keeps the layers connected as one stack.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2501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2051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871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2051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layers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92051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stack, then add one branch per reviewable concern.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2051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5876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init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add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69618" y="1641872"/>
            <a:ext cx="2404765" cy="2479477"/>
          </a:xfrm>
          <a:prstGeom prst="roundRect">
            <a:avLst>
              <a:gd name="adj" fmla="val 6337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9168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09988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9168" y="2333923"/>
            <a:ext cx="20253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once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79168" y="2692598"/>
            <a:ext cx="2025378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branches, create correctly based PRs, and link the stack.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79168" y="3501479"/>
            <a:ext cx="1985665" cy="410319"/>
          </a:xfrm>
          <a:prstGeom prst="roundRect">
            <a:avLst>
              <a:gd name="adj" fmla="val 18571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02993" y="3625304"/>
            <a:ext cx="1772775" cy="162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submit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56883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66433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97253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66433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+ land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66433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focused diffs, update dependents, then merge bottom to top.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6433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90258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rebase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merge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2501" y="4299049"/>
            <a:ext cx="8178998" cy="463451"/>
          </a:xfrm>
          <a:prstGeom prst="rect">
            <a:avLst/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11076" y="4299049"/>
            <a:ext cx="0" cy="463451"/>
          </a:xfrm>
          <a:prstGeom prst="line">
            <a:avLst/>
          </a:prstGeom>
          <a:noFill/>
          <a:ln w="571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352" y="4426000"/>
            <a:ext cx="79217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pPr algn="l" indent="0" marL="0">
              <a:buNone/>
            </a:pPr>
            <a:r>
              <a:rPr lang="en-US" sz="140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smaller reviews without serial development.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</cp:revision>
  <dcterms:created xsi:type="dcterms:W3CDTF">2026-07-30T16:35:45Z</dcterms:created>
  <dcterms:modified xsi:type="dcterms:W3CDTF">2026-07-30T16:35:45Z</dcterms:modified>
</cp:coreProperties>
</file>