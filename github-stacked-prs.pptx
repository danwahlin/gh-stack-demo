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62" r:id="rId13"/>
    <p:sldId id="258" r:id="rId5"/>
    <p:sldId id="261" r:id="rId12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hyperlink" Target="https://github.com/DanWahlin/learn-github-stacked-prs" TargetMode="Externa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hyperlink" Target="https://github.com/DanWahlin/learn-github-stacked-prs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h.io/stacks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h.io/stacks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10" name="Repository Link">
            <a:hlinkClick r:id="rId5"/>
          </p:cNvPr>
          <p:cNvSpPr txBox="1"/>
          <p:nvPr/>
        </p:nvSpPr>
        <p:spPr>
          <a:xfrm>
            <a:off x="484632" y="3858768"/>
            <a:ext cx="7379208" cy="2560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github.com/DanWahlin/learn-github-stacked-prs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HUMAN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get approval, then update or land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CLI sequence. Add and test each layer before committing.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75144" y="1532432"/>
            <a:ext cx="1605618" cy="186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stacked-prs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test; run npm 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test; run npm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API + tests; run npm test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Separate step: after review + approval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test and commit each focused change before adding the next layer.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hlinkClick r:id="rId3"/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116324" y="4590707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learn-github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AGENTIC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85216"/>
            <a:ext cx="80010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0F6FC"/>
                </a:solidFill>
                <a:latin typeface="Arial"/>
              </a:rPr>
              <a:t>From prompt to published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rial"/>
              </a:rPr>
              <a:t>Follow four steps, and stop for human approval before coding or publishing.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gh.io/stacks</a:t>
            </a:r>
          </a:p>
        </p:txBody>
      </p:sp>
      <p:pic>
        <p:nvPicPr>
          <p:cNvPr id="6" name="Picture 5" descr="stack-github-logo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137160"/>
            <a:ext cx="256032" cy="2560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4632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Start with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1176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97480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816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Plan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64024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59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Build each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4264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30568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3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Verify + publish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Launch from the repository root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Confirm AGENTS.md is loaded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Confirm the gh-stack skill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" y="3072384"/>
            <a:ext cx="1682496" cy="5669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>
                <a:solidFill>
                  <a:srgbClr val="58A6FF"/>
                </a:solidFill>
                <a:latin typeface="Courier New"/>
              </a:rPr>
              <a:t>copilot skill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" y="3685032"/>
            <a:ext cx="1682496" cy="274320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60" b="1">
                <a:solidFill>
                  <a:srgbClr val="79C0FF"/>
                </a:solidFill>
                <a:latin typeface="Arial"/>
              </a:rPr>
              <a:t>Ask: </a:t>
            </a:r>
            <a:r>
              <a:rPr sz="760" b="1">
                <a:solidFill>
                  <a:srgbClr val="F0F6FC"/>
                </a:solidFill>
                <a:latin typeface="Arial"/>
              </a:rPr>
              <a:t>"Summarize AGENTS.md."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Ask for trunk + branch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Define responsibility +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Do not modify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3108960"/>
            <a:ext cx="1682496" cy="658368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F0F6FC"/>
                </a:solidFill>
                <a:latin typeface="Arial"/>
              </a:rPr>
              <a:t>"Plan the stack. Wait for approval before coding."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73168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Create the approved branch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Implement behavior +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3168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Run tests + inspect parent diff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2898648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Commit locally, then 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4024" y="3401568"/>
            <a:ext cx="1682496" cy="356616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850" b="1">
                <a:solidFill>
                  <a:srgbClr val="79C0FF"/>
                </a:solidFill>
                <a:latin typeface="Arial"/>
              </a:rPr>
              <a:t>Repeat bottom-to-top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9712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Return stack state + ancestry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Return per-layer diffs +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Get approval for remote actions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898648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Submit, then inspect live PRs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30568" y="3401568"/>
            <a:ext cx="1682496" cy="356616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70" b="1">
                <a:solidFill>
                  <a:srgbClr val="79C0FF"/>
                </a:solidFill>
                <a:latin typeface="Arial"/>
              </a:rPr>
              <a:t>Verify the live GitHub state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BEFORE 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85216"/>
            <a:ext cx="80010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0F6FC"/>
                </a:solidFill>
                <a:latin typeface="Arial"/>
              </a:rPr>
              <a:t>Install and verify 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rial"/>
              </a:rPr>
              <a:t>GitHub shows the stack; the gh stack extension manages it from the terminal.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gh.io/stacks</a:t>
            </a:r>
          </a:p>
        </p:txBody>
      </p:sp>
      <p:pic>
        <p:nvPicPr>
          <p:cNvPr id="6" name="Picture 5" descr="stack-github-logo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137160"/>
            <a:ext cx="256032" cy="2560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4632" y="1444752"/>
            <a:ext cx="2532888" cy="217627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1609344"/>
            <a:ext cx="310896" cy="310896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1572768"/>
            <a:ext cx="175564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0F6FC"/>
                </a:solidFill>
                <a:latin typeface="Arial"/>
              </a:rPr>
              <a:t>Prerequisites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8" y="1444752"/>
            <a:ext cx="2532888" cy="217627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83280" y="1609344"/>
            <a:ext cx="310896" cy="310896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572768"/>
            <a:ext cx="175564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0F6FC"/>
                </a:solidFill>
                <a:latin typeface="Arial"/>
              </a:rPr>
              <a:t>Authenticate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52744" y="1444752"/>
            <a:ext cx="2532888" cy="217627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17336" y="1609344"/>
            <a:ext cx="310896" cy="310896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1572768"/>
            <a:ext cx="175564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0F6FC"/>
                </a:solidFill>
                <a:latin typeface="Arial"/>
              </a:rPr>
              <a:t>Install +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984248"/>
            <a:ext cx="2176272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FB950"/>
                </a:solidFill>
                <a:latin typeface="Arial"/>
              </a:rPr>
              <a:t>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267712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Git 2.20 or newer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2560320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GitHub CLI 2.90 or newer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85292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Node.js 20 or newer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145536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Git identity + GitHub push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1984248"/>
            <a:ext cx="2176272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FB950"/>
                </a:solidFill>
                <a:latin typeface="Arial"/>
              </a:rPr>
              <a:t>SIGN IN ONCE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2240280"/>
            <a:ext cx="2194560" cy="713232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0584" bIns="73152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8A6FF"/>
                </a:solidFill>
                <a:latin typeface="Courier New"/>
              </a:rPr>
              <a:t>gh auth login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8A6FF"/>
                </a:solidFill>
                <a:latin typeface="Courier New"/>
              </a:rPr>
              <a:t>gh auth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136392"/>
            <a:ext cx="21214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8B949E"/>
                </a:solidFill>
                <a:latin typeface="Arial"/>
              </a:rPr>
              <a:t>Confirm the active account and the repository host.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84248"/>
            <a:ext cx="2176272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FB950"/>
                </a:solidFill>
                <a:latin typeface="Arial"/>
              </a:rPr>
              <a:t>INSTALL ONCE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221992"/>
            <a:ext cx="2194560" cy="8778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46304" bIns="73152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58A6FF"/>
                </a:solidFill>
                <a:latin typeface="Courier New"/>
              </a:rPr>
              <a:t>gh extension install github/gh-stack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58A6FF"/>
                </a:solidFill>
                <a:latin typeface="Courier New"/>
              </a:rPr>
              <a:t>gh stack --version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209544"/>
            <a:ext cx="211226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8B949E"/>
                </a:solidFill>
                <a:latin typeface="Arial"/>
              </a:rPr>
              <a:t>Verify the command before starting.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" y="3840480"/>
            <a:ext cx="8001000" cy="950976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3995928"/>
            <a:ext cx="1298448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9C0FF"/>
                </a:solidFill>
                <a:latin typeface="Arial"/>
              </a:rPr>
              <a:t>USING AN AGENT?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426110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F0F6FC"/>
                </a:solidFill>
                <a:latin typeface="Arial"/>
              </a:rPr>
              <a:t>Install the gh-stack skill too.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3995928"/>
            <a:ext cx="3703320" cy="5486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82296" bIns="73152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8A6FF"/>
                </a:solidFill>
                <a:latin typeface="Courier New"/>
              </a:rPr>
              <a:t>gh skill install github/gh-stack gh-stack \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8A6FF"/>
                </a:solidFill>
                <a:latin typeface="Courier New"/>
              </a:rPr>
              <a:t>  --agent github-copilot --scope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4005072"/>
            <a:ext cx="219456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F0F6FC"/>
                </a:solidFill>
                <a:latin typeface="Arial"/>
              </a:rPr>
              <a:t>The skill adds command knowledge. It does not replace the extension.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798</Words>
  <Application>Microsoft Macintosh PowerPoint</Application>
  <PresentationFormat>On-screen Show (16:9)</PresentationFormat>
  <Paragraphs>159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11</cp:revision>
  <dcterms:created xsi:type="dcterms:W3CDTF">2026-07-30T16:46:04Z</dcterms:created>
  <dcterms:modified xsi:type="dcterms:W3CDTF">2026-07-30T19:36:00Z</dcterms:modified>
</cp:coreProperties>
</file>