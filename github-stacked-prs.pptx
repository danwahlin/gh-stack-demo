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9" r:id="rId2"/>
    <p:sldId id="256" r:id="rId3"/>
    <p:sldId id="257" r:id="rId4"/>
    <p:sldId id="258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9" name="Image 0" descr="/root/projects/work/gh-stacked-prs-demo/slides/github-invertoca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tests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4" name="Image 0" descr="/root/projects/work/gh-stacked-prs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tests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Tests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Validation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8" name="Image 0" descr="/root/projects/work/gh-stacked-prs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update dependent layers, then land all or part of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D2F4D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3" name="Image 0" descr="/root/projects/work/gh-stacked-prs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this inside a clean repository with an authenticated GitHub CLI and a configured remote.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551" y="1433661"/>
            <a:ext cx="89968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506" y="1452711"/>
            <a:ext cx="895498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2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234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73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75144" y="1532432"/>
            <a:ext cx="1605618" cy="186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gh-stacked-prs-demo — bash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9268" y="1947863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9268" y="213151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268" y="231517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268" y="249882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feature/task-model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268" y="268247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src/tasks.js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9268" y="286613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src/tasks.js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9268" y="304978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task model"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9268" y="323344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validation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9268" y="341709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feature/task-validation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268" y="360074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src/tasks.js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9268" y="378440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src/tasks.js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9268" y="3968055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validate task titles"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681717" y="1947863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tests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81717" y="213151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test/task-model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81717" y="231517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test/tasks.test.js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81717" y="249882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test/tasks.test.js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81717" y="268247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"test: cover task creation and validation"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81717" y="286613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81717" y="304978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81717" y="323344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 --auto --open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1717" y="341709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81717" y="360074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Later: update and land the stack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81717" y="378440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81717" y="3968055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2501" y="4635550"/>
            <a:ext cx="4166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commit each focused change before adding the next layer.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1" name="Image 0" descr="/root/projects/work/gh-stacked-prs-demo/slides/github-invertoca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49F82F5-1A90-4E9E-7917-95A0558D5451}"/>
              </a:ext>
            </a:extLst>
          </p:cNvPr>
          <p:cNvSpPr txBox="1"/>
          <p:nvPr/>
        </p:nvSpPr>
        <p:spPr>
          <a:xfrm>
            <a:off x="4116324" y="4590707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github.com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DanWahlin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gh</a:t>
            </a:r>
            <a:r>
              <a:rPr lang="en-US" sz="1100" dirty="0">
                <a:solidFill>
                  <a:schemeClr val="bg1"/>
                </a:solidFill>
              </a:rPr>
              <a:t>-stacked-prs-demo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564</Words>
  <Application>Microsoft Macintosh PowerPoint</Application>
  <PresentationFormat>On-screen Show (16:9)</PresentationFormat>
  <Paragraphs>91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11</cp:revision>
  <dcterms:created xsi:type="dcterms:W3CDTF">2026-07-30T16:46:04Z</dcterms:created>
  <dcterms:modified xsi:type="dcterms:W3CDTF">2026-07-30T19:36:00Z</dcterms:modified>
</cp:coreProperties>
</file>