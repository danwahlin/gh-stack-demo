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/root/projects/work/gh-stack-demo/slides/github-invertoca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tests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APIs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Tests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update dependent layers, then land all or part of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rebase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326</Words>
  <Application>Microsoft Macintosh PowerPoint</Application>
  <PresentationFormat>On-screen Show (16:9)</PresentationFormat>
  <Paragraphs>60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8</cp:revision>
  <dcterms:created xsi:type="dcterms:W3CDTF">2026-07-30T16:46:04Z</dcterms:created>
  <dcterms:modified xsi:type="dcterms:W3CDTF">2026-07-30T18:38:20Z</dcterms:modified>
</cp:coreProperties>
</file>