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58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9" name="Image 0" descr="/root/projects/work/gh-stack-demo/slides/github-invertoca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tests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Tests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update dependent layers, then land all or part of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D2F4D5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-demo/slides/github-invertocat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this inside a clean repository with an authenticated GitHub CLI and a configured remote.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82501" y="1433661"/>
            <a:ext cx="81789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1551" y="1452711"/>
            <a:ext cx="814089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115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620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7125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238923" y="1554212"/>
            <a:ext cx="11069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gh-stack-demo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04701" y="1947863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4701" y="2131516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4701" y="2315170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04701" y="2498824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feature/task-model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4701" y="2682478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src/tasks.js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701" y="2866132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src/tasks.js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4701" y="3049786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task model"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4701" y="3233440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4701" y="3417094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feature/task-validation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4701" y="3600748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src/tasks.js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701" y="3784402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src/tasks.js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701" y="3968055"/>
            <a:ext cx="3679746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validate task titles"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831854" y="1947863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tests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31854" y="2131516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test/task-model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31854" y="2315170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test/tasks.test.js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31854" y="2498824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test/tasks.test.js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31854" y="2682478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"test: cover task creation and validation"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31854" y="2866132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31854" y="3049786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31854" y="3233440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31854" y="3417094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31854" y="3600748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Later: update and land the stack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31854" y="3784402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31854" y="3968055"/>
            <a:ext cx="3679594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commit each focused change before adding the next layer.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1" name="Image 0" descr="/root/projects/work/gh-stack-demo/slides/github-invertoca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116324" y="4590707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gh</a:t>
            </a:r>
            <a:r>
              <a:rPr lang="en-US" sz="1100" dirty="0">
                <a:solidFill>
                  <a:schemeClr val="bg1"/>
                </a:solidFill>
              </a:rPr>
              <a:t>-stack-demo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558</Words>
  <Application>Microsoft Macintosh PowerPoint</Application>
  <PresentationFormat>On-screen Show (16:9)</PresentationFormat>
  <Paragraphs>91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10</cp:revision>
  <dcterms:created xsi:type="dcterms:W3CDTF">2026-07-30T16:46:04Z</dcterms:created>
  <dcterms:modified xsi:type="dcterms:W3CDTF">2026-07-30T19:11:57Z</dcterms:modified>
</cp:coreProperties>
</file>